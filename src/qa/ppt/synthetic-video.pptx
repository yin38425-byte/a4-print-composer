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0972800" cy="6172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98DA8-AEC2-529A-AB63-A6F779651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010127"/>
            <a:ext cx="8229600" cy="2148840"/>
          </a:xfrm>
        </p:spPr>
        <p:txBody>
          <a:bodyPr anchor="b"/>
          <a:lstStyle>
            <a:lvl1pPr algn="ctr">
              <a:defRPr sz="48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2FFCC7-517F-6F85-09D7-32A68EB66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41834"/>
            <a:ext cx="8229600" cy="1490186"/>
          </a:xfrm>
        </p:spPr>
        <p:txBody>
          <a:bodyPr/>
          <a:lstStyle>
            <a:lvl1pPr marL="0" indent="0" algn="ctr">
              <a:buNone/>
              <a:defRPr sz="1944"/>
            </a:lvl1pPr>
            <a:lvl2pPr marL="370332" indent="0" algn="ctr">
              <a:buNone/>
              <a:defRPr sz="1620"/>
            </a:lvl2pPr>
            <a:lvl3pPr marL="740664" indent="0" algn="ctr">
              <a:buNone/>
              <a:defRPr sz="1458"/>
            </a:lvl3pPr>
            <a:lvl4pPr marL="1110996" indent="0" algn="ctr">
              <a:buNone/>
              <a:defRPr sz="1296"/>
            </a:lvl4pPr>
            <a:lvl5pPr marL="1481328" indent="0" algn="ctr">
              <a:buNone/>
              <a:defRPr sz="1296"/>
            </a:lvl5pPr>
            <a:lvl6pPr marL="1851660" indent="0" algn="ctr">
              <a:buNone/>
              <a:defRPr sz="1296"/>
            </a:lvl6pPr>
            <a:lvl7pPr marL="2221992" indent="0" algn="ctr">
              <a:buNone/>
              <a:defRPr sz="1296"/>
            </a:lvl7pPr>
            <a:lvl8pPr marL="2592324" indent="0" algn="ctr">
              <a:buNone/>
              <a:defRPr sz="1296"/>
            </a:lvl8pPr>
            <a:lvl9pPr marL="2962656" indent="0" algn="ctr">
              <a:buNone/>
              <a:defRPr sz="129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912BA6-36AB-7B10-D589-221F52ED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802941-EB20-83BF-1074-7A1D8098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21AE1-A0CA-7B7E-B0BF-5BF0D7A3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C31DD-7B30-D2E8-CCE5-F3D7AF46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A37C38-6465-F1DE-8ADB-34262CF2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CAA6F6-4DBD-4E67-8366-549679DC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A8354-E7F0-BD94-E14C-EFA625D9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DED58A-8502-B8C0-49B6-497C2C7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81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3C5D0-8DB6-7CFC-57CA-087EF4EF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5" y="1538766"/>
            <a:ext cx="9464040" cy="2567463"/>
          </a:xfrm>
        </p:spPr>
        <p:txBody>
          <a:bodyPr anchor="b"/>
          <a:lstStyle>
            <a:lvl1pPr>
              <a:defRPr sz="48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011045-C003-F718-CA78-76C5756D7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665" y="4130518"/>
            <a:ext cx="9464040" cy="1350168"/>
          </a:xfrm>
        </p:spPr>
        <p:txBody>
          <a:bodyPr/>
          <a:lstStyle>
            <a:lvl1pPr marL="0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1pPr>
            <a:lvl2pPr marL="370332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740664" indent="0">
              <a:buNone/>
              <a:defRPr sz="1458">
                <a:solidFill>
                  <a:schemeClr val="tx1">
                    <a:tint val="75000"/>
                  </a:schemeClr>
                </a:solidFill>
              </a:defRPr>
            </a:lvl3pPr>
            <a:lvl4pPr marL="1110996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4pPr>
            <a:lvl5pPr marL="1481328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5pPr>
            <a:lvl6pPr marL="1851660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6pPr>
            <a:lvl7pPr marL="2221992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7pPr>
            <a:lvl8pPr marL="2592324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8pPr>
            <a:lvl9pPr marL="2962656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5C61B2-F283-8989-1D01-F0848941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ECF03-0AF5-BB91-00F0-39F1AC4D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F019D-3D85-50FD-6B94-A6F5E6F1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96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9DEB1-C227-25EF-6DE6-8359F628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CA6C46-3683-9160-3F56-6B77B2283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380" y="1643063"/>
            <a:ext cx="4663440" cy="39162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5A4A96-4B88-8FA3-DD79-78DBAC47D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980" y="1643063"/>
            <a:ext cx="4663440" cy="39162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DAE637-5835-23EA-8F56-3992D41C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CFFB1-01A0-0209-B967-BFDD874E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048B45-EA05-94DA-70C3-D78DDDEF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32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8035A-86E6-4837-08FF-4FC15346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09" y="328614"/>
            <a:ext cx="9464040" cy="119300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1DFA6-6E46-4097-869B-F744A42D5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10" y="1513047"/>
            <a:ext cx="4642008" cy="741521"/>
          </a:xfrm>
        </p:spPr>
        <p:txBody>
          <a:bodyPr anchor="b"/>
          <a:lstStyle>
            <a:lvl1pPr marL="0" indent="0">
              <a:buNone/>
              <a:defRPr sz="1944" b="1"/>
            </a:lvl1pPr>
            <a:lvl2pPr marL="370332" indent="0">
              <a:buNone/>
              <a:defRPr sz="1620" b="1"/>
            </a:lvl2pPr>
            <a:lvl3pPr marL="740664" indent="0">
              <a:buNone/>
              <a:defRPr sz="1458" b="1"/>
            </a:lvl3pPr>
            <a:lvl4pPr marL="1110996" indent="0">
              <a:buNone/>
              <a:defRPr sz="1296" b="1"/>
            </a:lvl4pPr>
            <a:lvl5pPr marL="1481328" indent="0">
              <a:buNone/>
              <a:defRPr sz="1296" b="1"/>
            </a:lvl5pPr>
            <a:lvl6pPr marL="1851660" indent="0">
              <a:buNone/>
              <a:defRPr sz="1296" b="1"/>
            </a:lvl6pPr>
            <a:lvl7pPr marL="2221992" indent="0">
              <a:buNone/>
              <a:defRPr sz="1296" b="1"/>
            </a:lvl7pPr>
            <a:lvl8pPr marL="2592324" indent="0">
              <a:buNone/>
              <a:defRPr sz="1296" b="1"/>
            </a:lvl8pPr>
            <a:lvl9pPr marL="2962656" indent="0">
              <a:buNone/>
              <a:defRPr sz="129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B8B0F5-F708-BBD0-34A7-DE61FA9BC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810" y="2254568"/>
            <a:ext cx="4642008" cy="33161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DF76C9-721C-4EB2-8248-BB9DC89E8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4981" y="1513047"/>
            <a:ext cx="4664869" cy="741521"/>
          </a:xfrm>
        </p:spPr>
        <p:txBody>
          <a:bodyPr anchor="b"/>
          <a:lstStyle>
            <a:lvl1pPr marL="0" indent="0">
              <a:buNone/>
              <a:defRPr sz="1944" b="1"/>
            </a:lvl1pPr>
            <a:lvl2pPr marL="370332" indent="0">
              <a:buNone/>
              <a:defRPr sz="1620" b="1"/>
            </a:lvl2pPr>
            <a:lvl3pPr marL="740664" indent="0">
              <a:buNone/>
              <a:defRPr sz="1458" b="1"/>
            </a:lvl3pPr>
            <a:lvl4pPr marL="1110996" indent="0">
              <a:buNone/>
              <a:defRPr sz="1296" b="1"/>
            </a:lvl4pPr>
            <a:lvl5pPr marL="1481328" indent="0">
              <a:buNone/>
              <a:defRPr sz="1296" b="1"/>
            </a:lvl5pPr>
            <a:lvl6pPr marL="1851660" indent="0">
              <a:buNone/>
              <a:defRPr sz="1296" b="1"/>
            </a:lvl6pPr>
            <a:lvl7pPr marL="2221992" indent="0">
              <a:buNone/>
              <a:defRPr sz="1296" b="1"/>
            </a:lvl7pPr>
            <a:lvl8pPr marL="2592324" indent="0">
              <a:buNone/>
              <a:defRPr sz="1296" b="1"/>
            </a:lvl8pPr>
            <a:lvl9pPr marL="2962656" indent="0">
              <a:buNone/>
              <a:defRPr sz="129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75B280-7142-9B1E-9248-04BA1C62F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4981" y="2254568"/>
            <a:ext cx="4664869" cy="33161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DAF87C-F326-8F6D-DC0B-150C2AA1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650D4B-E2AB-BF4D-C926-AAE7CC47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B81D83-E9A3-3A40-FA41-99FD3B55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12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5A559-8674-440B-F478-ECB31AD4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9858BE-8549-B203-A08B-A470CF03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6BA0F4-4E69-233B-544C-A2847EAD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8D6A6C-449F-0D44-4058-6B27F9B2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99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67B5E0-F987-7F77-AA60-DFC1BDBE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46E2DF-B151-6EAA-6CE6-ADB69099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C5A570-CD3B-B1B0-14A1-93A005D1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83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4FBBA-7FE2-D343-1019-51EBC2CA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411480"/>
            <a:ext cx="3539013" cy="1440180"/>
          </a:xfrm>
        </p:spPr>
        <p:txBody>
          <a:bodyPr anchor="b"/>
          <a:lstStyle>
            <a:lvl1pPr>
              <a:defRPr sz="259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02AC90-1436-5967-70FD-370E8B6F2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888684"/>
            <a:ext cx="5554980" cy="4386263"/>
          </a:xfrm>
        </p:spPr>
        <p:txBody>
          <a:bodyPr/>
          <a:lstStyle>
            <a:lvl1pPr>
              <a:defRPr sz="2592"/>
            </a:lvl1pPr>
            <a:lvl2pPr>
              <a:defRPr sz="2268"/>
            </a:lvl2pPr>
            <a:lvl3pPr>
              <a:defRPr sz="1944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7CD62B-50E8-E501-D2CF-2414541D2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1851660"/>
            <a:ext cx="3539013" cy="3430429"/>
          </a:xfrm>
        </p:spPr>
        <p:txBody>
          <a:bodyPr/>
          <a:lstStyle>
            <a:lvl1pPr marL="0" indent="0">
              <a:buNone/>
              <a:defRPr sz="1296"/>
            </a:lvl1pPr>
            <a:lvl2pPr marL="370332" indent="0">
              <a:buNone/>
              <a:defRPr sz="1134"/>
            </a:lvl2pPr>
            <a:lvl3pPr marL="740664" indent="0">
              <a:buNone/>
              <a:defRPr sz="972"/>
            </a:lvl3pPr>
            <a:lvl4pPr marL="1110996" indent="0">
              <a:buNone/>
              <a:defRPr sz="810"/>
            </a:lvl4pPr>
            <a:lvl5pPr marL="1481328" indent="0">
              <a:buNone/>
              <a:defRPr sz="810"/>
            </a:lvl5pPr>
            <a:lvl6pPr marL="1851660" indent="0">
              <a:buNone/>
              <a:defRPr sz="810"/>
            </a:lvl6pPr>
            <a:lvl7pPr marL="2221992" indent="0">
              <a:buNone/>
              <a:defRPr sz="810"/>
            </a:lvl7pPr>
            <a:lvl8pPr marL="2592324" indent="0">
              <a:buNone/>
              <a:defRPr sz="810"/>
            </a:lvl8pPr>
            <a:lvl9pPr marL="2962656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FD7B03-50F3-7B9B-2C84-C583C7F4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E70E8B-BDE3-7F32-BEC3-BD530B0F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BB0444-9026-98FF-A561-C929EAF4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36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462FD-396D-BAE2-E4E2-C4D0C110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411480"/>
            <a:ext cx="3539013" cy="1440180"/>
          </a:xfrm>
        </p:spPr>
        <p:txBody>
          <a:bodyPr anchor="b"/>
          <a:lstStyle>
            <a:lvl1pPr>
              <a:defRPr sz="259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F6C961-169C-BB40-1C77-936B49C5A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888684"/>
            <a:ext cx="5554980" cy="4386263"/>
          </a:xfrm>
        </p:spPr>
        <p:txBody>
          <a:bodyPr/>
          <a:lstStyle>
            <a:lvl1pPr marL="0" indent="0">
              <a:buNone/>
              <a:defRPr sz="2592"/>
            </a:lvl1pPr>
            <a:lvl2pPr marL="370332" indent="0">
              <a:buNone/>
              <a:defRPr sz="2268"/>
            </a:lvl2pPr>
            <a:lvl3pPr marL="740664" indent="0">
              <a:buNone/>
              <a:defRPr sz="1944"/>
            </a:lvl3pPr>
            <a:lvl4pPr marL="1110996" indent="0">
              <a:buNone/>
              <a:defRPr sz="1620"/>
            </a:lvl4pPr>
            <a:lvl5pPr marL="1481328" indent="0">
              <a:buNone/>
              <a:defRPr sz="1620"/>
            </a:lvl5pPr>
            <a:lvl6pPr marL="1851660" indent="0">
              <a:buNone/>
              <a:defRPr sz="1620"/>
            </a:lvl6pPr>
            <a:lvl7pPr marL="2221992" indent="0">
              <a:buNone/>
              <a:defRPr sz="1620"/>
            </a:lvl7pPr>
            <a:lvl8pPr marL="2592324" indent="0">
              <a:buNone/>
              <a:defRPr sz="1620"/>
            </a:lvl8pPr>
            <a:lvl9pPr marL="2962656" indent="0">
              <a:buNone/>
              <a:defRPr sz="162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A7B7D0-854F-5962-9FB0-6769E9B02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1851660"/>
            <a:ext cx="3539013" cy="3430429"/>
          </a:xfrm>
        </p:spPr>
        <p:txBody>
          <a:bodyPr/>
          <a:lstStyle>
            <a:lvl1pPr marL="0" indent="0">
              <a:buNone/>
              <a:defRPr sz="1296"/>
            </a:lvl1pPr>
            <a:lvl2pPr marL="370332" indent="0">
              <a:buNone/>
              <a:defRPr sz="1134"/>
            </a:lvl2pPr>
            <a:lvl3pPr marL="740664" indent="0">
              <a:buNone/>
              <a:defRPr sz="972"/>
            </a:lvl3pPr>
            <a:lvl4pPr marL="1110996" indent="0">
              <a:buNone/>
              <a:defRPr sz="810"/>
            </a:lvl4pPr>
            <a:lvl5pPr marL="1481328" indent="0">
              <a:buNone/>
              <a:defRPr sz="810"/>
            </a:lvl5pPr>
            <a:lvl6pPr marL="1851660" indent="0">
              <a:buNone/>
              <a:defRPr sz="810"/>
            </a:lvl6pPr>
            <a:lvl7pPr marL="2221992" indent="0">
              <a:buNone/>
              <a:defRPr sz="810"/>
            </a:lvl7pPr>
            <a:lvl8pPr marL="2592324" indent="0">
              <a:buNone/>
              <a:defRPr sz="810"/>
            </a:lvl8pPr>
            <a:lvl9pPr marL="2962656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89630-D75F-E167-F390-E68F4124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B23306-145F-B5D8-9D87-54A6B1CDE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093323-DBD0-798C-8690-3EE17935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2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86814-1AFF-59FA-1B27-B9A5C590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4D6615-36A4-C068-C493-B16AB1707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C286E8-7108-289F-40CB-B5AA7661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BCA41-453E-3BCB-FFA4-B1B58729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1F5FC-CA63-E261-101E-0BEEE6ED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89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6523BB-3B15-D98C-0CBD-D10CC1750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410" y="328613"/>
            <a:ext cx="2366010" cy="52306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6F9784-9CC7-E261-0523-283C2C637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380" y="328613"/>
            <a:ext cx="6960870" cy="52306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03ACA8-546A-D5B7-CEE1-79985C73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7C860A-3DB6-49AA-28B4-9FA08058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3DFC9-2926-08FB-221F-4A0624C6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76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13096F-E200-56FB-29A9-6336DD24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28614"/>
            <a:ext cx="9464040" cy="1193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78F0DD-A325-F6A2-75B6-73A59E31F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" y="1643063"/>
            <a:ext cx="9464040" cy="391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91B35B-AADE-01BD-AE87-1876AB3AE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" y="5720716"/>
            <a:ext cx="246888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2CE01-770B-4767-92AA-65F87761B815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A4D55-B5CD-B8CA-C426-24C834BB0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740" y="5720716"/>
            <a:ext cx="370332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3CEAD-3849-9530-A083-4A416306E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540" y="5720716"/>
            <a:ext cx="246888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EC92F-0B72-44B3-8287-7E9EBF70D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2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0664" rtl="0" eaLnBrk="1" latinLnBrk="0" hangingPunct="1">
        <a:lnSpc>
          <a:spcPct val="90000"/>
        </a:lnSpc>
        <a:spcBef>
          <a:spcPct val="0"/>
        </a:spcBef>
        <a:buNone/>
        <a:defRPr sz="3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166" indent="-185166" algn="l" defTabSz="740664" rtl="0" eaLnBrk="1" latinLnBrk="0" hangingPunct="1">
        <a:lnSpc>
          <a:spcPct val="90000"/>
        </a:lnSpc>
        <a:spcBef>
          <a:spcPts val="81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55498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25830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4pPr>
      <a:lvl5pPr marL="1666494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5pPr>
      <a:lvl6pPr marL="2036826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6pPr>
      <a:lvl7pPr marL="2407158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7pPr>
      <a:lvl8pPr marL="2777490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8pPr>
      <a:lvl9pPr marL="3147822" indent="-185166" algn="l" defTabSz="740664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1pPr>
      <a:lvl2pPr marL="370332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2pPr>
      <a:lvl3pPr marL="740664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3pPr>
      <a:lvl4pPr marL="1110996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5pPr>
      <a:lvl6pPr marL="1851660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6pPr>
      <a:lvl7pPr marL="2221992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7pPr>
      <a:lvl8pPr marL="2592324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8pPr>
      <a:lvl9pPr marL="2962656" algn="l" defTabSz="740664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C0FA26-4C41-F8D8-1E37-2FB978AED55C}"/>
              </a:ext>
            </a:extLst>
          </p:cNvPr>
          <p:cNvSpPr txBox="1"/>
          <p:nvPr/>
        </p:nvSpPr>
        <p:spPr>
          <a:xfrm>
            <a:off x="508000" y="254000"/>
            <a:ext cx="990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PPTX-1 </a:t>
            </a:r>
            <a:r>
              <a:rPr lang="zh-CN" altLang="en-US"/>
              <a:t>中文演示：多格式混合排版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392661-62D0-DDAF-B364-83D47602B2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5100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8E09E3-9AB2-63D2-F5AD-2AF08E6ECE08}"/>
              </a:ext>
            </a:extLst>
          </p:cNvPr>
          <p:cNvSpPr txBox="1"/>
          <p:nvPr/>
        </p:nvSpPr>
        <p:spPr>
          <a:xfrm>
            <a:off x="508000" y="254000"/>
            <a:ext cx="990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PPTX-2 </a:t>
            </a:r>
            <a:r>
              <a:rPr lang="zh-CN" altLang="en-US"/>
              <a:t>视频封面验证：红色与青色</a:t>
            </a:r>
          </a:p>
        </p:txBody>
      </p:sp>
      <p:pic>
        <p:nvPicPr>
          <p:cNvPr id="3" name="synthetic-video">
            <a:hlinkClick r:id="" action="ppaction://media"/>
            <a:extLst>
              <a:ext uri="{FF2B5EF4-FFF2-40B4-BE49-F238E27FC236}">
                <a16:creationId xmlns:a16="http://schemas.microsoft.com/office/drawing/2014/main" id="{B7D22800-4414-5C7A-B74C-163C004E2C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2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67A76A-C929-6DDF-687A-FC43C82F9648}"/>
              </a:ext>
            </a:extLst>
          </p:cNvPr>
          <p:cNvSpPr txBox="1"/>
          <p:nvPr/>
        </p:nvSpPr>
        <p:spPr>
          <a:xfrm>
            <a:off x="508000" y="254000"/>
            <a:ext cx="990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PPTX-3 </a:t>
            </a:r>
            <a:r>
              <a:rPr lang="zh-CN" altLang="en-US"/>
              <a:t>隐藏页也应按原顺序导入</a:t>
            </a:r>
          </a:p>
        </p:txBody>
      </p:sp>
    </p:spTree>
    <p:extLst>
      <p:ext uri="{BB962C8B-B14F-4D97-AF65-F5344CB8AC3E}">
        <p14:creationId xmlns:p14="http://schemas.microsoft.com/office/powerpoint/2010/main" val="384423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自定义</PresentationFormat>
  <Paragraphs>3</Paragraphs>
  <Slides>3</Slides>
  <Notes>0</Notes>
  <HiddenSlides>1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Synthetic fixtures</dc:creator>
  <cp:lastModifiedBy>Synthetic fixtures</cp:lastModifiedBy>
  <cp:revision>1</cp:revision>
  <dcterms:created xsi:type="dcterms:W3CDTF">2026-09-22T07:42:15Z</dcterms:created>
  <dcterms:modified xsi:type="dcterms:W3CDTF">2026-09-22T07:42:15Z</dcterms:modified>
</cp:coreProperties>
</file>
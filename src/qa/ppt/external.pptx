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avi" ContentType="video/avi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external.xml.rels><Relationships xmlns="http://schemas.openxmlformats.org/package/2006/relationships"><Relationship Id="rId1" Type="http://schemas.openxmlformats.org/officeDocument/2006/relationships/video" TargetMode="External" Target="https://example.invalid/video.avi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avi"/><Relationship Id="rId3" Type="http://schemas.openxmlformats.org/officeDocument/2006/relationships/video" Target="../media/media1.avi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PPTX-1 中文演示：多格式混合排版</a:t>
            </a:r>
          </a:p>
        </p:txBody>
      </p:sp>
      <p:pic>
        <p:nvPicPr>
          <p:cNvPr id="3" name="Picture 2" descr="video-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PPTX-2 视频封面验证：红色与青色</a:t>
            </a:r>
          </a:p>
        </p:txBody>
      </p:sp>
      <p:pic>
        <p:nvPicPr>
          <p:cNvPr id="3" name="synthetic-video.avi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288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PPTX-3 隐藏页也应按原顺序导入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Synthetic fixtures</cp:lastModifiedBy>
  <cp:revision>1</cp:revision>
  <dcterms:created xsi:type="dcterms:W3CDTF">2013-01-27T09:14:16Z</dcterms:created>
  <dcterms:modified xsi:type="dcterms:W3CDTF">2013-01-27T09:15:58Z</dcterms:modified>
  <cp:category/>
</cp:coreProperties>
</file>